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26"/>
  </p:sldMasterIdLst>
  <p:notesMasterIdLst>
    <p:notesMasterId r:id="rId32"/>
  </p:notesMasterIdLst>
  <p:handoutMasterIdLst>
    <p:handoutMasterId r:id="rId33"/>
  </p:handoutMasterIdLst>
  <p:sldIdLst>
    <p:sldId id="256" r:id="rId27"/>
    <p:sldId id="746" r:id="rId28"/>
    <p:sldId id="782" r:id="rId29"/>
    <p:sldId id="758" r:id="rId30"/>
    <p:sldId id="783" r:id="rId31"/>
  </p:sldIdLst>
  <p:sldSz cx="12192000" cy="6858000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  <p15:guide id="3" orient="horz" pos="42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8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19" autoAdjust="0"/>
    <p:restoredTop sz="94866" autoAdjust="0"/>
  </p:normalViewPr>
  <p:slideViewPr>
    <p:cSldViewPr>
      <p:cViewPr varScale="1">
        <p:scale>
          <a:sx n="111" d="100"/>
          <a:sy n="111" d="100"/>
        </p:scale>
        <p:origin x="246" y="114"/>
      </p:cViewPr>
      <p:guideLst>
        <p:guide orient="horz" pos="2160"/>
        <p:guide pos="3795"/>
        <p:guide orient="horz" pos="4292"/>
      </p:guideLst>
    </p:cSldViewPr>
  </p:slideViewPr>
  <p:outlineViewPr>
    <p:cViewPr>
      <p:scale>
        <a:sx n="33" d="100"/>
        <a:sy n="33" d="100"/>
      </p:scale>
      <p:origin x="264" y="2094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3221" y="62"/>
      </p:cViewPr>
      <p:guideLst>
        <p:guide orient="horz" pos="2880"/>
        <p:guide pos="2160"/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Master" Target="slideMasters/slideMaster1.xml"/><Relationship Id="rId21" Type="http://schemas.openxmlformats.org/officeDocument/2006/relationships/customXml" Target="../customXml/item21.xml"/><Relationship Id="rId34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3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" Target="slides/slide2.xml"/><Relationship Id="rId36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" Target="slides/slide1.xml"/><Relationship Id="rId30" Type="http://schemas.openxmlformats.org/officeDocument/2006/relationships/slide" Target="slides/slide4.xml"/><Relationship Id="rId35" Type="http://schemas.openxmlformats.org/officeDocument/2006/relationships/viewProps" Target="view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350B1-1F92-4342-82B9-B9508E87F402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8F606-9581-4A79-B9C0-9CB0F2AA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779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72A614C-58AD-4391-AEF9-AE95A853712A}" type="datetimeFigureOut">
              <a:rPr lang="ko-KR" altLang="en-US"/>
              <a:pPr>
                <a:defRPr/>
              </a:pPr>
              <a:t>2025-05-02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DAE1056-41E7-405D-BE8F-DD4C5DA8AA9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6743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19857E-C421-4442-8FAE-18B1FCC975FD}" type="slidenum">
              <a:rPr lang="ko-KR" altLang="en-US" smtClean="0"/>
              <a:pPr>
                <a:defRPr/>
              </a:pPr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714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976454-939A-4C32-8F67-3A0A301CE20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4" name="직사각형 6"/>
          <p:cNvSpPr>
            <a:spLocks noChangeArrowheads="1"/>
          </p:cNvSpPr>
          <p:nvPr userDrawn="1"/>
        </p:nvSpPr>
        <p:spPr bwMode="auto">
          <a:xfrm>
            <a:off x="1209647" y="3214686"/>
            <a:ext cx="18459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kumimoji="0"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Version history</a:t>
            </a: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1357298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49098" y="2928934"/>
            <a:ext cx="8534400" cy="757246"/>
          </a:xfrm>
        </p:spPr>
        <p:txBody>
          <a:bodyPr anchor="ctr"/>
          <a:lstStyle>
            <a:lvl1pPr marL="0" indent="0" algn="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76201" y="39689"/>
            <a:ext cx="1096107" cy="24606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solidFill>
                  <a:schemeClr val="tx1"/>
                </a:solidFill>
              </a:rPr>
              <a:t>Page ID</a:t>
            </a: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1172273" y="889000"/>
            <a:ext cx="4495801" cy="2460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5654431" y="38101"/>
            <a:ext cx="705339" cy="244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/>
                </a:solidFill>
              </a:rPr>
              <a:t>작성자</a:t>
            </a:r>
          </a:p>
        </p:txBody>
      </p:sp>
      <p:sp>
        <p:nvSpPr>
          <p:cNvPr id="11" name="직사각형 10"/>
          <p:cNvSpPr/>
          <p:nvPr userDrawn="1"/>
        </p:nvSpPr>
        <p:spPr>
          <a:xfrm>
            <a:off x="6359770" y="39689"/>
            <a:ext cx="1065609" cy="24288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7425378" y="38101"/>
            <a:ext cx="709002" cy="244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/>
                </a:solidFill>
              </a:rPr>
              <a:t>사업명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8134381" y="38101"/>
            <a:ext cx="2445697" cy="2444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solidFill>
                  <a:schemeClr val="tx1"/>
                </a:solidFill>
              </a:rPr>
              <a:t>대림케미칼</a:t>
            </a:r>
            <a:r>
              <a:rPr kumimoji="0" lang="ko-KR" altLang="en-US" sz="1000" dirty="0">
                <a:solidFill>
                  <a:schemeClr val="tx1"/>
                </a:solidFill>
              </a:rPr>
              <a:t> 연구관리시스템 구축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10580078" y="38481"/>
            <a:ext cx="617415" cy="25007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solidFill>
                  <a:schemeClr val="tx1"/>
                </a:solidFill>
              </a:rPr>
              <a:t>No.</a:t>
            </a: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11195539" y="38481"/>
            <a:ext cx="879231" cy="25324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>
            <a:off x="76201" y="285750"/>
            <a:ext cx="1096107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/>
                </a:solidFill>
              </a:rPr>
              <a:t>페이지 경로</a:t>
            </a:r>
          </a:p>
        </p:txBody>
      </p:sp>
      <p:sp>
        <p:nvSpPr>
          <p:cNvPr id="17" name="직사각형 16"/>
          <p:cNvSpPr/>
          <p:nvPr userDrawn="1"/>
        </p:nvSpPr>
        <p:spPr>
          <a:xfrm>
            <a:off x="1206499" y="889000"/>
            <a:ext cx="4495801" cy="242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5656386" y="274992"/>
            <a:ext cx="705338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6361724" y="274992"/>
            <a:ext cx="4218354" cy="242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 userDrawn="1"/>
        </p:nvSpPr>
        <p:spPr>
          <a:xfrm>
            <a:off x="10580078" y="285750"/>
            <a:ext cx="617415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solidFill>
                  <a:schemeClr val="tx1"/>
                </a:solidFill>
              </a:rPr>
              <a:t>Check</a:t>
            </a: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 userDrawn="1"/>
        </p:nvSpPr>
        <p:spPr>
          <a:xfrm>
            <a:off x="11195539" y="285376"/>
            <a:ext cx="879231" cy="242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72273" y="42864"/>
            <a:ext cx="4484108" cy="23691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 algn="l">
              <a:defRPr sz="1000"/>
            </a:lvl1pPr>
          </a:lstStyle>
          <a:p>
            <a:r>
              <a:rPr lang="ko-KR" altLang="en-US" dirty="0"/>
              <a:t>연구관리시스템 화면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43" name="텍스트 개체 틀 37"/>
          <p:cNvSpPr>
            <a:spLocks noGrp="1"/>
          </p:cNvSpPr>
          <p:nvPr>
            <p:ph type="body" sz="quarter" idx="19"/>
          </p:nvPr>
        </p:nvSpPr>
        <p:spPr>
          <a:xfrm>
            <a:off x="1172273" y="279774"/>
            <a:ext cx="4484108" cy="235294"/>
          </a:xfrm>
          <a:ln>
            <a:solidFill>
              <a:schemeClr val="tx1"/>
            </a:solidFill>
          </a:ln>
        </p:spPr>
        <p:txBody>
          <a:bodyPr lIns="36000" rIns="36000" anchor="ctr">
            <a:normAutofit/>
          </a:bodyPr>
          <a:lstStyle>
            <a:lvl1pPr>
              <a:buNone/>
              <a:defRPr sz="1000"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4" name="텍스트 개체 틀 37"/>
          <p:cNvSpPr>
            <a:spLocks noGrp="1"/>
          </p:cNvSpPr>
          <p:nvPr>
            <p:ph type="body" sz="quarter" idx="20"/>
          </p:nvPr>
        </p:nvSpPr>
        <p:spPr>
          <a:xfrm>
            <a:off x="11195575" y="305184"/>
            <a:ext cx="879218" cy="214314"/>
          </a:xfrm>
        </p:spPr>
        <p:txBody>
          <a:bodyPr lIns="36000" rIns="36000" anchor="ctr">
            <a:normAutofit/>
          </a:bodyPr>
          <a:lstStyle>
            <a:lvl1pPr algn="ctr">
              <a:buNone/>
              <a:defRPr sz="1000"/>
            </a:lvl1pPr>
          </a:lstStyle>
          <a:p>
            <a:pPr lvl="0"/>
            <a:endParaRPr lang="ko-KR" altLang="en-US" dirty="0"/>
          </a:p>
        </p:txBody>
      </p:sp>
      <p:sp>
        <p:nvSpPr>
          <p:cNvPr id="25" name="슬라이드 번호 개체 틀 5"/>
          <p:cNvSpPr>
            <a:spLocks noGrp="1"/>
          </p:cNvSpPr>
          <p:nvPr>
            <p:ph type="sldNum" sz="quarter" idx="21"/>
          </p:nvPr>
        </p:nvSpPr>
        <p:spPr>
          <a:xfrm>
            <a:off x="11197494" y="42864"/>
            <a:ext cx="877276" cy="242887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5B738F3-0212-4535-8DF3-BE1C9D47B72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26" name="날짜 개체 틀 3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0" name="직사각형 29"/>
          <p:cNvSpPr/>
          <p:nvPr userDrawn="1"/>
        </p:nvSpPr>
        <p:spPr>
          <a:xfrm>
            <a:off x="71438" y="511893"/>
            <a:ext cx="12003332" cy="61436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58994" y="476671"/>
            <a:ext cx="12038672" cy="633242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4FBBA97-D04C-1551-AAAB-23B66827B3A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87985843"/>
              </p:ext>
            </p:extLst>
          </p:nvPr>
        </p:nvGraphicFramePr>
        <p:xfrm>
          <a:off x="71414" y="48907"/>
          <a:ext cx="12003334" cy="3708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23986">
                  <a:extLst>
                    <a:ext uri="{9D8B030D-6E8A-4147-A177-3AD203B41FA5}">
                      <a16:colId xmlns:a16="http://schemas.microsoft.com/office/drawing/2014/main" val="157066383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91465346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493198523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363386072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99569099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17849227"/>
                    </a:ext>
                  </a:extLst>
                </a:gridCol>
                <a:gridCol w="487921">
                  <a:extLst>
                    <a:ext uri="{9D8B030D-6E8A-4147-A177-3AD203B41FA5}">
                      <a16:colId xmlns:a16="http://schemas.microsoft.com/office/drawing/2014/main" val="1748276421"/>
                    </a:ext>
                  </a:extLst>
                </a:gridCol>
                <a:gridCol w="1026331">
                  <a:extLst>
                    <a:ext uri="{9D8B030D-6E8A-4147-A177-3AD203B41FA5}">
                      <a16:colId xmlns:a16="http://schemas.microsoft.com/office/drawing/2014/main" val="4019585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화면설명</a:t>
                      </a:r>
                      <a:endParaRPr lang="ko-KR" altLang="en-US" sz="105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78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45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84B40-A755-480E-8235-740DBA5016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E0210-C8F1-4671-BD2A-B90FC6735F7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DE71D-A693-4B24-B030-CE064B933D2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7806D-A5E6-4EE2-A85A-0EF41323C57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4577F-2877-41DA-92D1-A95EABF629C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60E36-85F4-4094-9644-68B684C9663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F0A19-A2CB-4560-B01B-A277DDD516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7B9CC-706F-42F1-B3BA-8492F277264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A9519-2F07-400E-B771-BE1414D9D6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BC21DCB-3269-40AE-AD15-FC959F615C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3" r:id="rId10"/>
    <p:sldLayoutId id="2147483652" r:id="rId11"/>
    <p:sldLayoutId id="2147483651" r:id="rId1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제목 1"/>
          <p:cNvSpPr>
            <a:spLocks noGrp="1"/>
          </p:cNvSpPr>
          <p:nvPr>
            <p:ph type="ctrTitle"/>
          </p:nvPr>
        </p:nvSpPr>
        <p:spPr>
          <a:xfrm>
            <a:off x="1885950" y="1166285"/>
            <a:ext cx="8420100" cy="1018096"/>
          </a:xfrm>
        </p:spPr>
        <p:txBody>
          <a:bodyPr/>
          <a:lstStyle/>
          <a:p>
            <a:r>
              <a:rPr lang="ko-KR" altLang="en-US" sz="2400" b="1" dirty="0"/>
              <a:t>경찰청 </a:t>
            </a:r>
            <a:r>
              <a:rPr lang="ko-KR" altLang="en-US" sz="2400" b="1" dirty="0">
                <a:solidFill>
                  <a:schemeClr val="tx1"/>
                </a:solidFill>
              </a:rPr>
              <a:t>수시적성검사 미필 자료 열람</a:t>
            </a:r>
            <a:r>
              <a:rPr lang="en-US" altLang="ko-KR" sz="2400" b="1" dirty="0">
                <a:solidFill>
                  <a:schemeClr val="tx1"/>
                </a:solidFill>
              </a:rPr>
              <a:t>(TCS </a:t>
            </a:r>
            <a:r>
              <a:rPr lang="ko-KR" altLang="en-US" sz="2400" b="1" dirty="0">
                <a:solidFill>
                  <a:schemeClr val="tx1"/>
                </a:solidFill>
              </a:rPr>
              <a:t>시스템</a:t>
            </a:r>
            <a:r>
              <a:rPr lang="en-US" altLang="ko-KR" sz="2400" b="1" dirty="0">
                <a:solidFill>
                  <a:schemeClr val="tx1"/>
                </a:solidFill>
              </a:rPr>
              <a:t>)</a:t>
            </a:r>
            <a:br>
              <a:rPr lang="en-US" altLang="ko-KR" sz="2400" b="1" dirty="0"/>
            </a:br>
            <a:r>
              <a:rPr lang="ko-KR" altLang="en-US" sz="2400" b="1" dirty="0"/>
              <a:t>화면 설계서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493508"/>
              </p:ext>
            </p:extLst>
          </p:nvPr>
        </p:nvGraphicFramePr>
        <p:xfrm>
          <a:off x="2095500" y="3643293"/>
          <a:ext cx="8143932" cy="2334408"/>
        </p:xfrm>
        <a:graphic>
          <a:graphicData uri="http://schemas.openxmlformats.org/drawingml/2006/table">
            <a:tbl>
              <a:tblPr/>
              <a:tblGrid>
                <a:gridCol w="85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6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Ver. No.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Ver. 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 of Change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Revised By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 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2025.03.11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최초작성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전창남</a:t>
                      </a: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2913D18F-7676-4380-841F-5F1C77D843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930" y="803593"/>
            <a:ext cx="2122140" cy="3626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4577F-2877-41DA-92D1-A95EABF629CE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919536" y="2204864"/>
            <a:ext cx="8640960" cy="21602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3200" b="1" dirty="0">
                <a:solidFill>
                  <a:schemeClr val="tx1"/>
                </a:solidFill>
              </a:rPr>
              <a:t>수시적성검사 미필 자료 열람</a:t>
            </a:r>
            <a:r>
              <a:rPr lang="en-US" altLang="ko-KR" sz="3200" b="1" dirty="0">
                <a:solidFill>
                  <a:schemeClr val="tx1"/>
                </a:solidFill>
              </a:rPr>
              <a:t>(TCS </a:t>
            </a:r>
            <a:r>
              <a:rPr lang="ko-KR" altLang="en-US" sz="3200" b="1" dirty="0">
                <a:solidFill>
                  <a:schemeClr val="tx1"/>
                </a:solidFill>
              </a:rPr>
              <a:t>시스템</a:t>
            </a:r>
            <a:r>
              <a:rPr lang="en-US" altLang="ko-KR" sz="3200" b="1" dirty="0">
                <a:solidFill>
                  <a:schemeClr val="tx1"/>
                </a:solidFill>
              </a:rPr>
              <a:t>)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45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87F81-325A-43AC-FC87-9FD3860B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781D88-FA0F-9588-C2E5-59DF8F26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4577F-2877-41DA-92D1-A95EABF629CE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319DC3-F267-3626-CB2F-CC2A2AC2C2BF}"/>
              </a:ext>
            </a:extLst>
          </p:cNvPr>
          <p:cNvSpPr/>
          <p:nvPr/>
        </p:nvSpPr>
        <p:spPr>
          <a:xfrm>
            <a:off x="2927648" y="2492896"/>
            <a:ext cx="6912768" cy="1512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3200" b="1" dirty="0">
                <a:solidFill>
                  <a:schemeClr val="tx1"/>
                </a:solidFill>
              </a:rPr>
              <a:t>취소처분내역관리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37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DC08ACF-0596-4E2F-28DB-227E19773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692696"/>
            <a:ext cx="11809312" cy="5116327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280576" y="116632"/>
            <a:ext cx="576064" cy="242887"/>
          </a:xfrm>
        </p:spPr>
        <p:txBody>
          <a:bodyPr/>
          <a:lstStyle/>
          <a:p>
            <a:pPr algn="ctr">
              <a:defRPr/>
            </a:pPr>
            <a:fld id="{9874E0D1-EFD5-4345-A2A3-54B4DF53B473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0" name="텍스트 개체 틀 2"/>
          <p:cNvSpPr txBox="1">
            <a:spLocks/>
          </p:cNvSpPr>
          <p:nvPr/>
        </p:nvSpPr>
        <p:spPr bwMode="auto">
          <a:xfrm>
            <a:off x="3071664" y="120391"/>
            <a:ext cx="5256584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32500" lnSpcReduction="20000"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kumimoji="0" lang="en-US" altLang="ko-KR" dirty="0"/>
              <a:t>TCS &gt; </a:t>
            </a:r>
            <a:r>
              <a:rPr kumimoji="0" lang="ko-KR" altLang="en-US" dirty="0"/>
              <a:t>행정처분 </a:t>
            </a:r>
            <a:r>
              <a:rPr kumimoji="0" lang="en-US" altLang="ko-KR" dirty="0"/>
              <a:t>&gt; </a:t>
            </a:r>
            <a:r>
              <a:rPr kumimoji="0" lang="ko-KR" altLang="en-US" dirty="0"/>
              <a:t>취소처분 </a:t>
            </a:r>
            <a:r>
              <a:rPr kumimoji="0" lang="en-US" altLang="ko-KR" dirty="0"/>
              <a:t>&gt; </a:t>
            </a:r>
            <a:r>
              <a:rPr kumimoji="0" lang="ko-KR" altLang="en-US" dirty="0"/>
              <a:t>취소처분내역관리</a:t>
            </a:r>
            <a:r>
              <a:rPr kumimoji="0" lang="en-US" altLang="ko-KR" dirty="0"/>
              <a:t>(1/2)</a:t>
            </a:r>
            <a:endParaRPr kumimoji="0" lang="ko-KR" altLang="en-US" dirty="0"/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6312AC52-B71C-56B7-5ED5-651C766F8BED}"/>
              </a:ext>
            </a:extLst>
          </p:cNvPr>
          <p:cNvSpPr/>
          <p:nvPr/>
        </p:nvSpPr>
        <p:spPr>
          <a:xfrm>
            <a:off x="5617857" y="4149080"/>
            <a:ext cx="2736304" cy="792088"/>
          </a:xfrm>
          <a:prstGeom prst="wedgeRoundRectCallout">
            <a:avLst>
              <a:gd name="adj1" fmla="val -27550"/>
              <a:gd name="adj2" fmla="val 62391"/>
              <a:gd name="adj3" fmla="val 16667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수시적성검사 미필 파일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조회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260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AD3C9-B8B6-99BA-23F2-4AD154F63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6624F-1540-DFD0-A1B5-8B94428145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80576" y="116632"/>
            <a:ext cx="576064" cy="242887"/>
          </a:xfrm>
        </p:spPr>
        <p:txBody>
          <a:bodyPr/>
          <a:lstStyle/>
          <a:p>
            <a:pPr algn="ctr">
              <a:defRPr/>
            </a:pPr>
            <a:fld id="{9874E0D1-EFD5-4345-A2A3-54B4DF53B473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2B39EDC9-48C7-6CCF-2D01-564EEDFCBDF3}"/>
              </a:ext>
            </a:extLst>
          </p:cNvPr>
          <p:cNvSpPr txBox="1">
            <a:spLocks/>
          </p:cNvSpPr>
          <p:nvPr/>
        </p:nvSpPr>
        <p:spPr bwMode="auto">
          <a:xfrm>
            <a:off x="3071664" y="120391"/>
            <a:ext cx="5256584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32500" lnSpcReduction="20000"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kumimoji="0" lang="en-US" altLang="ko-KR" dirty="0"/>
              <a:t>TCS &gt; </a:t>
            </a:r>
            <a:r>
              <a:rPr kumimoji="0" lang="ko-KR" altLang="en-US" dirty="0"/>
              <a:t>행정처분 </a:t>
            </a:r>
            <a:r>
              <a:rPr kumimoji="0" lang="en-US" altLang="ko-KR" dirty="0"/>
              <a:t>&gt; </a:t>
            </a:r>
            <a:r>
              <a:rPr kumimoji="0" lang="ko-KR" altLang="en-US" dirty="0"/>
              <a:t>취소처분 </a:t>
            </a:r>
            <a:r>
              <a:rPr kumimoji="0" lang="en-US" altLang="ko-KR" dirty="0"/>
              <a:t>&gt; </a:t>
            </a:r>
            <a:r>
              <a:rPr kumimoji="0" lang="ko-KR" altLang="en-US" dirty="0"/>
              <a:t>취소처분내역관리</a:t>
            </a:r>
            <a:r>
              <a:rPr kumimoji="0" lang="en-US" altLang="ko-KR" dirty="0"/>
              <a:t>(1/2)</a:t>
            </a:r>
            <a:endParaRPr kumimoji="0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F3DF68-2F44-2AEE-05C1-FAB13D613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834431"/>
            <a:ext cx="6582112" cy="5903178"/>
          </a:xfrm>
          <a:prstGeom prst="rect">
            <a:avLst/>
          </a:prstGeom>
        </p:spPr>
      </p:pic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49082A0-9F5B-F39B-964B-F8223630BF7F}"/>
              </a:ext>
            </a:extLst>
          </p:cNvPr>
          <p:cNvSpPr/>
          <p:nvPr/>
        </p:nvSpPr>
        <p:spPr>
          <a:xfrm>
            <a:off x="191344" y="780341"/>
            <a:ext cx="2736304" cy="792088"/>
          </a:xfrm>
          <a:prstGeom prst="wedgeRoundRectCallout">
            <a:avLst>
              <a:gd name="adj1" fmla="val 54101"/>
              <a:gd name="adj2" fmla="val 17739"/>
              <a:gd name="adj3" fmla="val 16667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수시적성검사 미필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파일 내용 보기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첨부문서 번호 선택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5A28888C-FB9A-0B10-79C2-50364C922321}"/>
              </a:ext>
            </a:extLst>
          </p:cNvPr>
          <p:cNvSpPr/>
          <p:nvPr/>
        </p:nvSpPr>
        <p:spPr>
          <a:xfrm>
            <a:off x="5041228" y="780341"/>
            <a:ext cx="2422924" cy="450134"/>
          </a:xfrm>
          <a:prstGeom prst="wedgeRoundRectCallout">
            <a:avLst>
              <a:gd name="adj1" fmla="val -54489"/>
              <a:gd name="adj2" fmla="val 21362"/>
              <a:gd name="adj3" fmla="val 16667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현재 파일</a:t>
            </a:r>
            <a:r>
              <a:rPr lang="en-US" altLang="ko-KR" sz="1600" dirty="0">
                <a:solidFill>
                  <a:srgbClr val="FF0000"/>
                </a:solidFill>
              </a:rPr>
              <a:t>/ </a:t>
            </a:r>
            <a:r>
              <a:rPr lang="ko-KR" altLang="en-US" sz="1600" dirty="0">
                <a:solidFill>
                  <a:srgbClr val="FF0000"/>
                </a:solidFill>
              </a:rPr>
              <a:t>전체 </a:t>
            </a:r>
            <a:r>
              <a:rPr lang="ko-KR" altLang="en-US" sz="1600" dirty="0" err="1">
                <a:solidFill>
                  <a:srgbClr val="FF0000"/>
                </a:solidFill>
              </a:rPr>
              <a:t>파일수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122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1">
              <a:lumMod val="85000"/>
            </a:schemeClr>
          </a:solidFill>
        </a:ln>
      </a:spPr>
      <a:bodyPr lIns="36000" rIns="36000" rtlCol="0" anchor="ctr"/>
      <a:lstStyle>
        <a:defPPr>
          <a:defRPr sz="8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>
        <a:spAutoFit/>
      </a:bodyPr>
      <a:lstStyle>
        <a:defPPr>
          <a:defRPr kumimoji="0" sz="800" dirty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item1.xml><?xml version="1.0" encoding="utf-8"?>
<Control xmlns="http://schemas.microsoft.com/VisualStudio/2011/storyboarding/control">
  <Id Name="System.Storyboarding.Icons.Settings" Revision="1" Stencil="System.Storyboarding.Icons" StencilVersion="0.1"/>
</Control>
</file>

<file path=customXml/item2.xml><?xml version="1.0" encoding="utf-8"?>
<Control xmlns="http://schemas.microsoft.com/VisualStudio/2011/storyboarding/control">
  <Id Name="System.Storyboarding.Backgrounds.RibbonApplication" Revision="1" Stencil="System.Storyboarding.Backgrounds" StencilVersion="0.1"/>
</Control>
</file>

<file path=customXml/item3.xml><?xml version="1.0" encoding="utf-8"?>
<Control xmlns="http://schemas.microsoft.com/VisualStudio/2011/storyboarding/control">
  <Id Name="System.Storyboarding.Icons.FolderOpen" Revision="1" Stencil="System.Storyboarding.Icons" StencilVersion="0.1"/>
</Control>
</file>

<file path=customXml/item4.xml><?xml version="1.0" encoding="utf-8"?>
<Control xmlns="http://schemas.microsoft.com/VisualStudio/2011/storyboarding/control">
  <Id Name="System.Storyboarding.Icons.Print" Revision="1" Stencil="System.Storyboarding.Icons" StencilVersion="0.1"/>
</Control>
</file>

<file path=customXml/item5.xml><?xml version="1.0" encoding="utf-8"?>
<Control xmlns="http://schemas.microsoft.com/VisualStudio/2011/storyboarding/control">
  <Id Name="System.Storyboarding.Icons.Settings" Revision="1" Stencil="System.Storyboarding.Icons" StencilVersion="0.1"/>
</Control>
</file>

<file path=customXml/item6.xml><?xml version="1.0" encoding="utf-8"?>
<Control xmlns="http://schemas.microsoft.com/VisualStudio/2011/storyboarding/control">
  <Id Name="System.Storyboarding.Icons.FolderOpen" Revision="1" Stencil="System.Storyboarding.Icons" StencilVersion="0.1"/>
</Control>
</file>

<file path=customXml/item7.xml><?xml version="1.0" encoding="utf-8"?>
<Control xmlns="http://schemas.microsoft.com/VisualStudio/2011/storyboarding/control">
  <Id Name="System.Storyboarding.Icons.Save" Revision="1" Stencil="System.Storyboarding.Icons" StencilVersion="0.1"/>
</Control>
</file>

<file path=customXml/item8.xml><?xml version="1.0" encoding="utf-8"?>
<Control xmlns="http://schemas.microsoft.com/VisualStudio/2011/storyboarding/control">
  <Id Name="System.Storyboarding.Media.LineChart" Revision="1" Stencil="System.Storyboarding.Media" StencilVersion="0.1"/>
</Control>
</file>

<file path=customXml/item9.xml><?xml version="1.0" encoding="utf-8"?>
<Control xmlns="http://schemas.microsoft.com/VisualStudio/2011/storyboarding/control">
  <Id Name="System.Storyboarding.Common.TabGroup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Icons.Save" Revision="1" Stencil="System.Storyboarding.Icons" StencilVersion="0.1"/>
</Control>
</file>

<file path=customXml/item11.xml><?xml version="1.0" encoding="utf-8"?>
<Control xmlns="http://schemas.microsoft.com/VisualStudio/2011/storyboarding/control">
  <Id Name="System.Storyboarding.Icons.Print" Revision="1" Stencil="System.Storyboarding.Icons" StencilVersion="0.1"/>
</Control>
</file>

<file path=customXml/item12.xml><?xml version="1.0" encoding="utf-8"?>
<Control xmlns="http://schemas.microsoft.com/VisualStudio/2011/storyboarding/control">
  <Id Name="System.Storyboarding.Icons.FolderOpen" Revision="1" Stencil="System.Storyboarding.Icons" StencilVersion="0.1"/>
</Control>
</file>

<file path=customXml/item13.xml><?xml version="1.0" encoding="utf-8"?>
<Control xmlns="http://schemas.microsoft.com/VisualStudio/2011/storyboarding/control">
  <Id Name="System.Storyboarding.Backgrounds.Window" Revision="1" Stencil="System.Storyboarding.Backgrounds" StencilVersion="0.1"/>
</Control>
</file>

<file path=customXml/item14.xml><?xml version="1.0" encoding="utf-8"?>
<Control xmlns="http://schemas.microsoft.com/VisualStudio/2011/storyboarding/control">
  <Id Name="System.Storyboarding.Icons.Save" Revision="1" Stencil="System.Storyboarding.Icons" StencilVersion="0.1"/>
</Control>
</file>

<file path=customXml/item15.xml><?xml version="1.0" encoding="utf-8"?>
<Control xmlns="http://schemas.microsoft.com/VisualStudio/2011/storyboarding/control">
  <Id Name="System.Storyboarding.Icons.Help" Revision="1" Stencil="System.Storyboarding.Icons" StencilVersion="0.1"/>
</Control>
</file>

<file path=customXml/item16.xml><?xml version="1.0" encoding="utf-8"?>
<Control xmlns="http://schemas.microsoft.com/VisualStudio/2011/storyboarding/control">
  <Id Name="System.Storyboarding.Icons.Save" Revision="1" Stencil="System.Storyboarding.Icons" StencilVersion="0.1"/>
</Control>
</file>

<file path=customXml/item17.xml><?xml version="1.0" encoding="utf-8"?>
<Control xmlns="http://schemas.microsoft.com/VisualStudio/2011/storyboarding/control">
  <Id Name="System.Storyboarding.Icons.Link" Revision="1" Stencil="System.Storyboarding.Icons" StencilVersion="0.1"/>
</Control>
</file>

<file path=customXml/item18.xml><?xml version="1.0" encoding="utf-8"?>
<Control xmlns="http://schemas.microsoft.com/VisualStudio/2011/storyboarding/control">
  <Id Name="System.Storyboarding.Icons.Save" Revision="1" Stencil="System.Storyboarding.Icons" StencilVersion="0.1"/>
</Control>
</file>

<file path=customXml/item19.xml><?xml version="1.0" encoding="utf-8"?>
<Control xmlns="http://schemas.microsoft.com/VisualStudio/2011/storyboarding/control">
  <Id Name="System.Storyboarding.Icons.Image" Revision="1" Stencil="System.Storyboarding.Icons" StencilVersion="0.1"/>
</Control>
</file>

<file path=customXml/item20.xml><?xml version="1.0" encoding="utf-8"?>
<Control xmlns="http://schemas.microsoft.com/VisualStudio/2011/storyboarding/control">
  <Id Name="System.Storyboarding.Icons.Link" Revision="1" Stencil="System.Storyboarding.Icons" StencilVersion="0.1"/>
</Control>
</file>

<file path=customXml/item21.xml><?xml version="1.0" encoding="utf-8"?>
<Control xmlns="http://schemas.microsoft.com/VisualStudio/2011/storyboarding/control">
  <Id Name="System.Storyboarding.Media.LineChart" Revision="1" Stencil="System.Storyboarding.Media" StencilVersion="0.1"/>
</Control>
</file>

<file path=customXml/item22.xml><?xml version="1.0" encoding="utf-8"?>
<Control xmlns="http://schemas.microsoft.com/VisualStudio/2011/storyboarding/control">
  <Id Name="System.Storyboarding.Icons.Help" Revision="1" Stencil="System.Storyboarding.Icons" StencilVersion="0.1"/>
</Control>
</file>

<file path=customXml/item23.xml><?xml version="1.0" encoding="utf-8"?>
<Control xmlns="http://schemas.microsoft.com/VisualStudio/2011/storyboarding/control">
  <Id Name="System.Storyboarding.Icons.Image" Revision="1" Stencil="System.Storyboarding.Icons" StencilVersion="0.1"/>
</Control>
</file>

<file path=customXml/item24.xml><?xml version="1.0" encoding="utf-8"?>
<Control xmlns="http://schemas.microsoft.com/VisualStudio/2011/storyboarding/control">
  <Id Name="System.Storyboarding.Icons.Print" Revision="1" Stencil="System.Storyboarding.Icons" StencilVersion="0.1"/>
</Control>
</file>

<file path=customXml/item25.xml><?xml version="1.0" encoding="utf-8"?>
<Control xmlns="http://schemas.microsoft.com/VisualStudio/2011/storyboarding/control">
  <Id Name="System.Storyboarding.Icons.Image" Revision="1" Stencil="System.Storyboarding.Icons" StencilVersion="0.1"/>
</Control>
</file>

<file path=customXml/itemProps1.xml><?xml version="1.0" encoding="utf-8"?>
<ds:datastoreItem xmlns:ds="http://schemas.openxmlformats.org/officeDocument/2006/customXml" ds:itemID="{75C02CEC-7DF0-44E2-8189-4361A368B7B7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FD8783D8-2C30-4D9D-BB6B-BAFB2BE8F7C3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1C7521CB-7824-4293-9F1C-390021034D5A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92F6100D-BD6E-4BAC-A713-27B72A35C2AA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77F24F4F-8C71-46B4-95A8-121D3FCFE397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659F7CE7-66CD-4D23-BC49-DA78A4727396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0E57E8F4-A29B-4E6A-B085-E1408C80A8C6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F070230D-F3D0-4108-A9A7-2F47A9E8F3D0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0EED6737-2107-4DE3-BE10-D0875B38531F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1A2686CD-FCAD-4055-8613-6D35EE03228E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F173EEAB-387D-4F12-AE24-4413AC1689AC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8BE7BD76-B742-41D6-B687-A546CDB9E371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F724E23B-E267-4D01-8E5C-C5AE99D40CC6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C9F185E3-5F11-44B7-A5C4-863DB29FB88D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118F7F92-6190-43E6-B8E3-BDE36F2D05CC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DF1D5DF5-56CE-41BD-91A1-15024EE8E1FC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5AFD9366-AF9E-4BBD-B67C-94AEE60E58A1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BAF9E6AF-AF9E-4496-9476-8F411F8D3277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E607578F-BD10-41F5-9ED8-0B3F590E7F10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9A3DEB20-451F-4741-8C17-140B1CCA039D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885F496C-704F-4244-A233-97EAA7576258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7092841C-6D3E-4049-8492-563C7914EEDF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7C09B1B2-EBE7-4AF0-80EA-8E26DECFED6A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AAAE17E2-DCDD-4104-93CB-45C97F4860DD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EB3B86D7-585F-4C6E-871B-D9E33FF04D11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32551</TotalTime>
  <Words>82</Words>
  <Application>Microsoft Office PowerPoint</Application>
  <PresentationFormat>와이드스크린</PresentationFormat>
  <Paragraphs>24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굴림</vt:lpstr>
      <vt:lpstr>맑은 고딕</vt:lpstr>
      <vt:lpstr>Arial</vt:lpstr>
      <vt:lpstr>Office 테마</vt:lpstr>
      <vt:lpstr>경찰청 수시적성검사 미필 자료 열람(TCS 시스템) 화면 설계서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디씨 컴갤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snoopy</dc:creator>
  <cp:lastModifiedBy>전창남/㈜대림/제조IT팀</cp:lastModifiedBy>
  <cp:revision>7124</cp:revision>
  <cp:lastPrinted>2017-09-05T03:53:53Z</cp:lastPrinted>
  <dcterms:created xsi:type="dcterms:W3CDTF">2008-11-10T23:45:54Z</dcterms:created>
  <dcterms:modified xsi:type="dcterms:W3CDTF">2025-05-02T07:40:36Z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